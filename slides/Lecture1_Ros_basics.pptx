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70A9-DF95-A04A-A5F5-87ACB7362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D6E2-4C55-BBED-55D2-51B5D4F13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C46A4-5AF5-65D2-2C51-4754A916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5EA76-29A9-5084-36D7-D424126B8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A54-98E5-DA34-F02E-8F21020E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2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9CD6-8A69-827E-4506-E593A63A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47DD-7EF9-3C7F-0137-D035B46E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92F5-EA13-568D-5BDB-E35DA215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20A02-444E-0908-EF54-F732E233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D06E6-CC5D-37F5-ED02-CA5BD9B1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4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7436-483F-7056-5ACF-37B7FE70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5D27D-D203-F52A-5CF2-4BDAEB9CD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39B8-1D56-55A7-934B-1F8DD3A4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53C5-16F9-8C04-2864-339FEB8E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1B38-32AB-96AE-C6D2-C6FC45E1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7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DCE3-BDEE-2ED1-7D7E-0CAFDF05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B8CF7-8315-64A6-0FE2-539B8AD80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9D3C5-89D7-8618-43F5-62290CD77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3B79A-6001-F332-EF89-4CD53A7E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6091-07A4-C9C0-6320-18E80A1F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23BD1-C469-0577-1FB8-CF732CE0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8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0848-5FD0-E1AF-CAA1-EC0452D7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20DF-29EE-B6C6-04F6-CA2C1AF73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414D9-B1E5-20C0-E89B-8D0910210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38EFC-A110-01AF-EDE2-71666215A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DDB7E-BA04-92BB-3B3D-E919662A2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8EE7B-6889-AC09-3DC7-DD066AC9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58F50-B372-B47B-4B5E-8491C70F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22DFC-057E-A367-DE01-28011F64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8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1B79-F3BB-2CB6-E7AF-9951981A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66216-80E4-A2DD-D482-F83704A4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5022-23DC-83CA-C2F7-BA5FE12E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0B9C6-03C1-AE65-1179-627650DC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0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B8EEE-9E22-CCEF-E30B-2DFDCC6B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BED03-41D6-19B0-3E1F-17233C6A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E1232-5BB8-67DC-A870-D72B812D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2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9E69-696B-798C-B468-35E403CDD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25D30-3498-8F48-5D33-720261FAC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8E966-A110-E131-E4A2-7BD54CCCA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05B1-9EC6-4BFE-C8FE-D6767BBE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2CE17-F88F-B265-FA41-71D3145D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46A48-DAC1-0E25-378B-FBF0EAD6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7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C3C4-34B2-7A74-B5D6-72D3DD49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CE2C6-B22B-8D2F-DE94-8F51FB1E4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4B307-34E2-1F48-FFE6-7737FEBA0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D7400-E8FF-DEA0-0948-D62DDC46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B283-4E3A-D693-7D31-07623EB6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7FB3F-4114-4AF6-1976-90E2B21B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8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461B-8157-3EC2-98CB-7737C6CC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2331C-BD4C-13E7-1F56-4A2B349D3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98C6D-EA64-C807-5F68-52A7DB3C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E1AFA-DF28-5B38-DF3F-C4FAD292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80A3-316B-FE4D-95BD-02422665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7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C7679-781D-9AF5-24E0-1C0DAEA2D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1688F-8C14-2A12-291A-A0BBE09D3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1DA83-C6D4-2653-3381-67AAC835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ECA69-3D1D-1B8F-B6DF-EEC56848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AD51-005B-DCAD-819A-1B2162BA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3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49384-8F96-2CCD-7E0F-126AC162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7F4B1-B837-16D4-7ADE-8BD41E36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0EACE-9584-EB82-E38C-D7F81A97F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759CF-B502-4F83-A39C-27E3E5B868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8A7DB-81D4-2A33-A3FB-9D537D88B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96325-668E-62BA-731E-8BCAF1931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6366A-7C87-40DE-AC96-0B81317C6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install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245F0-4D9F-FBC5-9A46-6B08F0787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Robotics </a:t>
            </a:r>
            <a:r>
              <a:rPr lang="en-US" sz="4000" dirty="0" err="1">
                <a:solidFill>
                  <a:srgbClr val="FFFFFF"/>
                </a:solidFill>
              </a:rPr>
              <a:t>Accademy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40489-7BF5-D1F3-DA4F-5395D3533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</a:rPr>
              <a:t>AEA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Lorenzo Ortolani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</a:rPr>
              <a:t>Gabriel Voss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39671-7DEC-F3F4-B2E6-DCA26C6A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898" y="390832"/>
            <a:ext cx="9414822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9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6C603-A4C1-16DF-BB26-CD894E3C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Course Logistics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1B4E45-F4E2-529B-8127-5EA15245C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416" y="2317750"/>
            <a:ext cx="8955805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0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30571-DECF-1218-7E6C-98B115F3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3BA14E-708F-44D8-FCAC-185F74477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670F18-97DB-4073-5CC5-1F4AC08B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DC3D8-A4C0-6014-4FDA-06BEBA0F5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6CCD5F-9F89-5852-4181-AF2B64F1D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1BDFCF-70E9-E2BC-B8E1-A5D659D46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A5FCE-5B9B-E22C-1E9E-3E26E8DA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Exercises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97DD1-EA10-5E3A-99C1-3F6E1369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session is divided by a theoretical part and a practical part with showcased examples and hands exercises on small tasks that you’ll need to solve by your own with our supervision.</a:t>
            </a:r>
          </a:p>
          <a:p>
            <a:r>
              <a:rPr lang="en-US" dirty="0"/>
              <a:t>Exercises are necessary for getting familiar with Ros2 framework and with general robotics topics.</a:t>
            </a:r>
          </a:p>
          <a:p>
            <a:r>
              <a:rPr lang="en-US" dirty="0"/>
              <a:t>We encourage team work for solving the exercises, but for the final project you will deliver it by your own.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69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94D47-E94F-57C1-0852-29C2398C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5436EF-AC97-D9A8-F0FD-492DA35F5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A85C1-EAAD-7D6A-8E41-961E33F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81549-1DE0-4D42-3FBC-5D84BC76F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BA23B-71F0-C28D-61CD-539C53DCD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6519C-A434-9232-A95D-351BC3802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9721E-DCC9-A205-316D-A13177C9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Evaluation –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0BC93-EB89-D864-C661-7D70EC215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student will solve a final project that we will evaluate by considering the following criteria:</a:t>
            </a:r>
          </a:p>
          <a:p>
            <a:pPr lvl="1"/>
            <a:r>
              <a:rPr lang="en-US" dirty="0"/>
              <a:t>How you approach the project</a:t>
            </a:r>
          </a:p>
          <a:p>
            <a:pPr lvl="1"/>
            <a:r>
              <a:rPr lang="en-US" dirty="0"/>
              <a:t>Quality of code and code reproducibility for different types of robotic systems</a:t>
            </a:r>
          </a:p>
          <a:p>
            <a:pPr lvl="1"/>
            <a:r>
              <a:rPr lang="en-US" dirty="0"/>
              <a:t>How well your code can be plugged and played on a realistic simulation environment, such as in Gazebo</a:t>
            </a:r>
          </a:p>
          <a:p>
            <a:r>
              <a:rPr lang="en-US" dirty="0"/>
              <a:t>Overall quality of your GitHub repository:</a:t>
            </a:r>
          </a:p>
          <a:p>
            <a:pPr lvl="1"/>
            <a:r>
              <a:rPr lang="en-US" dirty="0"/>
              <a:t>Documentation quality (e.g. well structured Readme.md by emphasizing your reasoning steps)</a:t>
            </a:r>
          </a:p>
          <a:p>
            <a:pPr lvl="1"/>
            <a:r>
              <a:rPr lang="en-US" dirty="0"/>
              <a:t>Structure of your Ros2 package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7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839E6-09AB-A063-CEE5-E99104BE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08418-45DA-7346-3289-D7A2A857C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57DAFE-3B63-2AAE-26A5-36F073DA6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84205-9085-6BEF-E1B8-70A44BEE6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681025-C81F-1CEF-26B7-0A334D272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ED50A2-FCF8-7CDE-E24A-7A19E67A9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701A7-7305-029E-3050-0109A328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Overview Course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D4097-CD47-744F-5615-00B4CD982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274791" cy="3776782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Module 1: Introduction and ROS 2 Fundamentals (today’s session):</a:t>
            </a:r>
          </a:p>
          <a:p>
            <a:r>
              <a:rPr lang="en-US" dirty="0"/>
              <a:t>Module 2: Control Systems and State Estimation</a:t>
            </a:r>
          </a:p>
          <a:p>
            <a:r>
              <a:rPr lang="en-US" dirty="0"/>
              <a:t>Module 3: Mapping, Localization, and SLAM</a:t>
            </a:r>
          </a:p>
          <a:p>
            <a:r>
              <a:rPr lang="en-US" dirty="0"/>
              <a:t>Module 4: Path Planning and Navigation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1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F3D0B-A97B-920F-8279-D798DB22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E1BD70-B1CE-D7F5-DE5E-2E85593E6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2A6647-C8E6-7F7E-B0F7-232AB39CC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FE9A1-76EC-7400-5D51-82BC497D6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B4917B-6025-8D0C-1B49-7EAA21262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440A6-7262-CC49-B33A-20C8E5B12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29D72-DD6A-57AA-5D39-E361F68C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The Ros2 ecosystem: Evolution and Distributions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126057-30A7-BD7E-42B5-82F6ECCD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64"/>
          <a:stretch>
            <a:fillRect/>
          </a:stretch>
        </p:blipFill>
        <p:spPr>
          <a:xfrm>
            <a:off x="0" y="1583916"/>
            <a:ext cx="12192000" cy="5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65FAB-AC24-C50F-3DFB-BC280182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0E0F3-BEBC-6956-287B-49330346A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B836D-C7CF-A69F-2F07-AF11882D1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A7007-87FD-EF2E-A51D-69664B52A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25BB4B-E697-3399-44CA-DA50F8888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E164D-5273-5927-3FEB-75634B900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8C7C9-5E1B-4C73-3EA4-ED46DEFF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Setting up your environment with docker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2F750-5F00-3439-0B23-D393299B0714}"/>
              </a:ext>
            </a:extLst>
          </p:cNvPr>
          <p:cNvSpPr txBox="1"/>
          <p:nvPr/>
        </p:nvSpPr>
        <p:spPr>
          <a:xfrm>
            <a:off x="223260" y="1951630"/>
            <a:ext cx="82637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Docker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Docker is a </a:t>
            </a:r>
            <a:r>
              <a:rPr lang="en-US" i="1" dirty="0"/>
              <a:t>virtualized operating system</a:t>
            </a:r>
            <a:r>
              <a:rPr lang="en-US" dirty="0"/>
              <a:t>, which delivers software packages</a:t>
            </a:r>
            <a:br>
              <a:rPr lang="en-US" dirty="0"/>
            </a:br>
            <a:r>
              <a:rPr lang="en-US" dirty="0"/>
              <a:t>in </a:t>
            </a:r>
            <a:r>
              <a:rPr lang="en-US" i="1" dirty="0"/>
              <a:t>containers</a:t>
            </a:r>
            <a:r>
              <a:rPr lang="en-US" dirty="0"/>
              <a:t>. Docker automates the deployment of applications within lightweight containers, enabling them to run consistently across different computing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we need to use Docker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Docker is essential for letting you run different types of dependencies that</a:t>
            </a:r>
            <a:br>
              <a:rPr lang="en-US" dirty="0"/>
            </a:br>
            <a:r>
              <a:rPr lang="en-US" dirty="0"/>
              <a:t>in principle are not compatible for all operating systems.</a:t>
            </a:r>
            <a:br>
              <a:rPr lang="en-US" dirty="0"/>
            </a:br>
            <a:r>
              <a:rPr lang="en-US" dirty="0"/>
              <a:t>So for the seek of simplicity, we will all work in the same environment such that everyone has the same framework setup.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E8972-EF73-E081-C1F2-9AC630589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676" y="1590741"/>
            <a:ext cx="3625320" cy="2779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1A47D0-B354-7804-CCE1-3178EFC422D9}"/>
              </a:ext>
            </a:extLst>
          </p:cNvPr>
          <p:cNvSpPr txBox="1"/>
          <p:nvPr/>
        </p:nvSpPr>
        <p:spPr>
          <a:xfrm>
            <a:off x="388961" y="5268036"/>
            <a:ext cx="6223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 for installing docker engine: </a:t>
            </a:r>
            <a:br>
              <a:rPr lang="en-US" dirty="0"/>
            </a:br>
            <a:r>
              <a:rPr lang="en-US" dirty="0">
                <a:hlinkClick r:id="rId3"/>
              </a:rPr>
              <a:t>https://docs.docker.com/engine/install/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5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31730-9274-A916-9D3F-A75037C50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D11870-D22C-302D-0478-65740C4EA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C6E6FD-AF54-B67D-EC40-F16C153DB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BBF372-CA91-9A6A-072D-4A818073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4FE86-A84F-EC32-28D7-2ECEAD44D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D9BA97-9D3D-CA75-141B-44495CF52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802DD-2065-4AB6-5144-897D46E9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Setting up your environment with docker</a:t>
            </a:r>
          </a:p>
        </p:txBody>
      </p:sp>
    </p:spTree>
    <p:extLst>
      <p:ext uri="{BB962C8B-B14F-4D97-AF65-F5344CB8AC3E}">
        <p14:creationId xmlns:p14="http://schemas.microsoft.com/office/powerpoint/2010/main" val="348489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21BE-FBCF-1766-C974-A23273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279A-0996-69EA-BB16-D577112EC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392721FEB0CA4992FB2D83C8AC356A" ma:contentTypeVersion="18" ma:contentTypeDescription="Creare un nuovo documento." ma:contentTypeScope="" ma:versionID="c9cdd9ae3c74afb4c87de70f27cb5a6c">
  <xsd:schema xmlns:xsd="http://www.w3.org/2001/XMLSchema" xmlns:xs="http://www.w3.org/2001/XMLSchema" xmlns:p="http://schemas.microsoft.com/office/2006/metadata/properties" xmlns:ns3="09c117af-be56-4275-b61c-5ba9e5962684" xmlns:ns4="99de9f6e-79ce-42e0-96d0-613d0d672bd4" targetNamespace="http://schemas.microsoft.com/office/2006/metadata/properties" ma:root="true" ma:fieldsID="bd9fbd6a877bd6f26fbb6f471b043cba" ns3:_="" ns4:_="">
    <xsd:import namespace="09c117af-be56-4275-b61c-5ba9e5962684"/>
    <xsd:import namespace="99de9f6e-79ce-42e0-96d0-613d0d672b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c117af-be56-4275-b61c-5ba9e59626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de9f6e-79ce-42e0-96d0-613d0d672bd4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9c117af-be56-4275-b61c-5ba9e5962684" xsi:nil="true"/>
  </documentManagement>
</p:properties>
</file>

<file path=customXml/itemProps1.xml><?xml version="1.0" encoding="utf-8"?>
<ds:datastoreItem xmlns:ds="http://schemas.openxmlformats.org/officeDocument/2006/customXml" ds:itemID="{A10B841B-26E0-4A17-AC3C-8A8F83B669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c117af-be56-4275-b61c-5ba9e5962684"/>
    <ds:schemaRef ds:uri="99de9f6e-79ce-42e0-96d0-613d0d672b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9A6E3D-7E25-4061-9D26-BD84C4DC7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662A3D-AAAD-4E2B-845A-4F0985CB0BA2}">
  <ds:schemaRefs>
    <ds:schemaRef ds:uri="http://schemas.microsoft.com/office/2006/documentManagement/types"/>
    <ds:schemaRef ds:uri="http://purl.org/dc/dcmitype/"/>
    <ds:schemaRef ds:uri="09c117af-be56-4275-b61c-5ba9e5962684"/>
    <ds:schemaRef ds:uri="http://schemas.microsoft.com/office/2006/metadata/properties"/>
    <ds:schemaRef ds:uri="http://purl.org/dc/terms/"/>
    <ds:schemaRef ds:uri="99de9f6e-79ce-42e0-96d0-613d0d672bd4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338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Robotics Accademy</vt:lpstr>
      <vt:lpstr>Course Logistics</vt:lpstr>
      <vt:lpstr>Exercises</vt:lpstr>
      <vt:lpstr>Evaluation – Project</vt:lpstr>
      <vt:lpstr>Overview Course</vt:lpstr>
      <vt:lpstr>The Ros2 ecosystem: Evolution and Distributions</vt:lpstr>
      <vt:lpstr>Setting up your environment with docker</vt:lpstr>
      <vt:lpstr>Setting up your environment with docker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Ortolani</dc:creator>
  <cp:lastModifiedBy>Lorenzo Ortolani</cp:lastModifiedBy>
  <cp:revision>6</cp:revision>
  <dcterms:created xsi:type="dcterms:W3CDTF">2026-03-07T17:14:04Z</dcterms:created>
  <dcterms:modified xsi:type="dcterms:W3CDTF">2026-03-07T19:44:48Z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0x010100E4392721FEB0CA4992FB2D83C8AC356A</vt:lpwstr>
  </property>
</Properties>
</file>